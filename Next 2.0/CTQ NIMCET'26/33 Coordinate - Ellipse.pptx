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433" r:id="rId3"/>
    <p:sldId id="448" r:id="rId4"/>
    <p:sldId id="449" r:id="rId5"/>
    <p:sldId id="450" r:id="rId6"/>
    <p:sldId id="451" r:id="rId7"/>
    <p:sldId id="452" r:id="rId8"/>
    <p:sldId id="453" r:id="rId9"/>
    <p:sldId id="454" r:id="rId10"/>
    <p:sldId id="455" r:id="rId11"/>
    <p:sldId id="456" r:id="rId12"/>
    <p:sldId id="457" r:id="rId13"/>
    <p:sldId id="458" r:id="rId14"/>
    <p:sldId id="459" r:id="rId15"/>
    <p:sldId id="460" r:id="rId16"/>
    <p:sldId id="461" r:id="rId17"/>
    <p:sldId id="447" r:id="rId18"/>
    <p:sldId id="434" r:id="rId19"/>
    <p:sldId id="435" r:id="rId20"/>
    <p:sldId id="436" r:id="rId21"/>
    <p:sldId id="437" r:id="rId22"/>
    <p:sldId id="438" r:id="rId23"/>
    <p:sldId id="439" r:id="rId24"/>
    <p:sldId id="440" r:id="rId25"/>
    <p:sldId id="441" r:id="rId26"/>
    <p:sldId id="442" r:id="rId27"/>
    <p:sldId id="443" r:id="rId28"/>
    <p:sldId id="444" r:id="rId29"/>
    <p:sldId id="44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1A04-88A8-9E54-EFB5-4339B9A3A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FC225-1A7B-C245-6C76-11E79DA91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B02DE-8EE3-A74D-9007-44B37755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EA9FA-5436-5B8F-BAFA-E588EB80A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03238-9E9A-F72C-7145-7AE9D5F9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59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B772B-6435-A7CD-8B51-80B95394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3799-F8B4-BE78-5C26-4656BDEB0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33635-CE1C-36B9-1D07-4ECCD925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58391-1578-FFF3-4E06-23E9E49C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1E9CC-52B9-D6E8-0E08-EBA858752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5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F22B6-570B-DB58-3F4F-A666A1251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F96F4-DAF5-7D90-023F-CF4A6F0C0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FE561-F1D7-ECF2-5F93-CE169416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99A9B-8A66-A0EA-0651-DA3B4D15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60E2C-871A-4737-4116-0C061ED4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74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4B1CE-713C-E4F7-4A65-BC461E2E1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43273-E263-891F-A663-A149CE09F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89C15-073F-AB5D-45D7-F8262A270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FC861-FF3C-2FCA-37DD-402E9A29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55997-E8E5-CF18-A8F2-AFBBEA5B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246A2-C840-F5C6-E928-2D47676BF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23A13-2B9C-C99E-838C-05BE93772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5CEFA-2C37-55F0-A1F0-2E169E206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E9EDE-655D-328C-2E60-5891B76BC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AA980-BFB4-6A28-DFD7-A62CFE17C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75111-65C6-8108-488B-1EF457A11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DD06FB-F34B-51CF-0FFF-66DC82FAD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0F3D2-6BBD-8079-4A8D-EDFC3A45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0DBDCD-4043-B8D2-5586-5A0EA87E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5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FC07-D03D-CEC7-B58F-9DD9D5F4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CF43F-6D23-E29C-EE44-6B8D01AA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B2571-0606-D658-E4B2-2E689887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F51D47-C6CA-FE61-E63F-F5EE46DE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3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1506B-78ED-E0B6-DB09-9C7C99CC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FB04AB-A652-8F3F-F544-22BE82995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4138D-61E7-9991-32C7-F5B3261A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29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9281-BD67-7163-5727-486333AA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ACF7-1785-2B75-969C-1428C1EA8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82109-DE30-7B18-21F2-645F13B8A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A8039-ACC1-1A6D-120F-25EF9DF4B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85344-550F-35EC-A414-1E9076B2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67C17-C3B0-3894-2045-641477EF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46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84BC-D52B-1579-5F9F-08B135AF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BC3C71-24B4-F4ED-49ED-8D347E7B6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8E756-DD77-B4F1-2D30-0A68FBBAD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E4AD9-FCDE-8C8E-A5C9-C476D521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36380-9C37-52F9-2E31-2614C7A2A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DA46A-65C6-9682-BBD9-B6CF5CD4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710C-A191-52ED-4C2F-424466B3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52904-BE20-0545-6358-2F8AAF8D7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E0C85-EF4C-2704-7CC3-01FC9B2B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CB130-1DF2-2721-DCD2-9D3F9B4D5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7ECE1-62C8-5F91-81CD-7C56D1E7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86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7980F2-0E17-F534-DE65-676D54723F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64F64-977A-581F-42DE-A1CD95902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B96A3-AF09-49A3-6266-CF4FAF76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79F55-F42E-4EFF-CDD4-F6FE11ED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ACB8E-1AB6-76F0-5F7E-D35D36D6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04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85E29-8DB5-8ACA-E5C0-C3D7DAC6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CE0C6-C619-7CC3-C66A-F3A77BD0D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8FFD4-F042-EAAF-20AB-CD78273DD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C2935-E803-48C3-A262-0A5393BEE9C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CDBCA-A29A-5E69-822A-A47C1A69F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F54BA-8570-3B0E-C294-9B7FE0ED9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95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9F15CA-834F-C86E-BF3F-ACB00EFEA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72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FC9637-23EA-8B7A-57A5-302563639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72" y="495098"/>
            <a:ext cx="10569856" cy="4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7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61E7D8-961D-6B3D-CC8F-311C0A458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3" y="680228"/>
            <a:ext cx="10531753" cy="29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47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2D58B8-22C4-C392-B3E0-04C0F6FC2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56" y="598056"/>
            <a:ext cx="10539373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831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982A6A-F899-AE5E-CF2F-FC334D2C7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46" y="555603"/>
            <a:ext cx="10714649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88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73C9A4-5C0B-1277-C663-8D266B97C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24" y="861980"/>
            <a:ext cx="10752752" cy="387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16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88862A-9D5F-CD87-D62A-1D9B7E0D4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96" y="516923"/>
            <a:ext cx="1047840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31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7B3949-8C77-877F-FF42-D07D23D94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68" y="784631"/>
            <a:ext cx="10646063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046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21E8F7-3EAE-7AAC-7141-0281BFE6C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315" y="485901"/>
            <a:ext cx="10790855" cy="33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265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F929C5-F4C9-6E6C-14EA-D08ECB9BE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08" y="718856"/>
            <a:ext cx="10668925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77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8B93FF-F8AD-5A19-EDDF-613C058F8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43" y="403152"/>
            <a:ext cx="10790855" cy="37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330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7F3A2-79E2-C8CC-AC66-BB9D29CEC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85" y="954507"/>
            <a:ext cx="10486029" cy="39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765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5AFE17-3A7B-80C5-6BC2-CC550B480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14" y="530495"/>
            <a:ext cx="10760372" cy="422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33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84E764-A469-6DFC-4C87-F9633735D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175" y="589293"/>
            <a:ext cx="10493649" cy="3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39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09567F-3F02-095E-BCFB-1A0067AAA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3" y="396017"/>
            <a:ext cx="10531753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78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64EABE-41B2-6274-AF72-9BC83340B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14" y="445012"/>
            <a:ext cx="10760372" cy="49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820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32137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any tangent to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intercepts equal length l on the axes, then l=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(d) None of these 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[NIMCET 2010]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3213700"/>
              </a:xfrm>
              <a:prstGeom prst="rect">
                <a:avLst/>
              </a:prstGeom>
              <a:blipFill>
                <a:blip r:embed="rId2"/>
                <a:stretch>
                  <a:fillRect l="-1960" r="-1896" b="-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038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3726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sum of the focal distances of any point on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with eccentricity e is given by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2ae		(b) 2b		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2a		(d) 2be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[NIMCET 2013]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3726341"/>
              </a:xfrm>
              <a:prstGeom prst="rect">
                <a:avLst/>
              </a:prstGeom>
              <a:blipFill>
                <a:blip r:embed="rId2"/>
                <a:stretch>
                  <a:fillRect l="-1960" t="-2619" r="-1896" b="-5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470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936170" y="730908"/>
                <a:ext cx="10863943" cy="4280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condition that the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𝑙𝑖𝑛𝑒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𝑙𝑥</m:t>
                    </m:r>
                    <m:r>
                      <a:rPr lang="en-US" sz="36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6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𝑚𝑦</m:t>
                    </m:r>
                    <m:r>
                      <a:rPr lang="en-US" sz="36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6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36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becomes a tangent to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is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36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600" i="1" dirty="0" err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36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(b)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𝑎𝑙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𝑏𝑚</m:t>
                    </m:r>
                    <m:r>
                      <a:rPr lang="en-US" sz="36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6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3600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(d)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[NIMCET 2014]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0" y="730908"/>
                <a:ext cx="10863943" cy="4280339"/>
              </a:xfrm>
              <a:prstGeom prst="rect">
                <a:avLst/>
              </a:prstGeom>
              <a:blipFill>
                <a:blip r:embed="rId2"/>
                <a:stretch>
                  <a:fillRect l="-1740" t="-2279" r="-1684" b="-4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0630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3780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radius of the circle passing through the foci of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having its </a:t>
                </a:r>
                <a:r>
                  <a:rPr lang="en-US" sz="3600" dirty="0" err="1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centre</a:t>
                </a: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at (0, 3) is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4 units 		(b) 3 units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e>
                    </m:rad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units	 	(d) 7/2 units 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[NIMCET 2015]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3780907"/>
              </a:xfrm>
              <a:prstGeom prst="rect">
                <a:avLst/>
              </a:prstGeom>
              <a:blipFill>
                <a:blip r:embed="rId2"/>
                <a:stretch>
                  <a:fillRect l="-1960" t="-2581" r="-2276" b="-5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052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3261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Area of the greatest rectangle that can be inscribed in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𝑎𝑏</m:t>
                        </m:r>
                      </m:e>
                    </m:rad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(b) 2ab		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ab	             	  (d) a/b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              [NIMCET 2016]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3261983"/>
              </a:xfrm>
              <a:prstGeom prst="rect">
                <a:avLst/>
              </a:prstGeom>
              <a:blipFill>
                <a:blip r:embed="rId2"/>
                <a:stretch>
                  <a:fillRect l="-1960" t="-2991" r="-1896" b="-5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288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line 3x+5y=k tangent to the ellipse           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+25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=400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if k is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±√5		(b) ±√15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±25		(d) ±√35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              [NIMCET 2016]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2862322"/>
              </a:xfrm>
              <a:prstGeom prst="rect">
                <a:avLst/>
              </a:prstGeom>
              <a:blipFill>
                <a:blip r:embed="rId2"/>
                <a:stretch>
                  <a:fillRect l="-1960" t="-3412" r="-1896" b="-7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3977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4280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S and S' are foci of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B is the end of the minor axis and BSS’ is an equilateral triangle, then the eccentricity of the ellipse is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1/2			(b) 1/3		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1/4			(d) 1/5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[NIMCET 2019]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4280339"/>
              </a:xfrm>
              <a:prstGeom prst="rect">
                <a:avLst/>
              </a:prstGeom>
              <a:blipFill>
                <a:blip r:embed="rId2"/>
                <a:stretch>
                  <a:fillRect l="-1960" r="-1896" b="-4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454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Equation of the tangent from the point (3,-1) to the ellipse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2x-3y-3=0		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(b) 2x+3y-3=0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2x+y-3=0		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(d) None of these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[NIMCET 2019]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3970318"/>
              </a:xfrm>
              <a:prstGeom prst="rect">
                <a:avLst/>
              </a:prstGeom>
              <a:blipFill>
                <a:blip r:embed="rId2"/>
                <a:stretch>
                  <a:fillRect l="-1960" t="-2458" r="-1896" b="-4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763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3726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Find the number of point(s) of intersection of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sz="36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 the circle </a:t>
                </a:r>
                <a:b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4			(b) 3		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2			(d) 1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[NIMCET 2020]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3726405"/>
              </a:xfrm>
              <a:prstGeom prst="rect">
                <a:avLst/>
              </a:prstGeom>
              <a:blipFill>
                <a:blip r:embed="rId2"/>
                <a:stretch>
                  <a:fillRect l="-1960" t="-2619" r="-1896" b="-5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863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4324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tangent to an ellipse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+16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making angel 60° with X-axis is: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+7=0	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(d)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−7=0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[NIMCET 2020]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4324004"/>
              </a:xfrm>
              <a:prstGeom prst="rect">
                <a:avLst/>
              </a:prstGeom>
              <a:blipFill>
                <a:blip r:embed="rId2"/>
                <a:stretch>
                  <a:fillRect l="-1960" t="-2257" b="-4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201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37226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eccentric angle of the extremities of latus-rectum of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sz="36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are given by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i="0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f>
                              <m:fPr>
                                <m:ctrlP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𝑎𝑒</m:t>
                                </m:r>
                              </m:num>
                              <m:den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(b)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i="0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f>
                              <m:fPr>
                                <m:ctrlP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𝑏𝑒</m:t>
                                </m:r>
                              </m:num>
                              <m:den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i="0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f>
                              <m:fPr>
                                <m:ctrlP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𝑎𝑒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(d)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i="0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f>
                              <m:fPr>
                                <m:ctrlP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sz="3600" i="1" dirty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𝑏𝑒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[NIMCET 2021]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3722622"/>
              </a:xfrm>
              <a:prstGeom prst="rect">
                <a:avLst/>
              </a:prstGeom>
              <a:blipFill>
                <a:blip r:embed="rId2"/>
                <a:stretch>
                  <a:fillRect l="-1960" t="-2619" r="-1896" b="-5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2786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3726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locus of the point of intersection of tangents to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which meet right angles is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A circle 		(b) a parabola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An ellipse		(d) a hyperbola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[NIMCET 2021]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3726341"/>
              </a:xfrm>
              <a:prstGeom prst="rect">
                <a:avLst/>
              </a:prstGeom>
              <a:blipFill>
                <a:blip r:embed="rId2"/>
                <a:stretch>
                  <a:fillRect l="-1960" t="-2619" r="-2276" b="-5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904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3647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</a:t>
                </a:r>
                <a:r>
                  <a:rPr lang="en-US" sz="360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eccentricity of an </a:t>
                </a: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ellipse, with its center at the origin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If one directrix is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then the equation of ellipse is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=72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(b)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=72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=56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(d)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=56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[NIMCET 2022]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3647473"/>
              </a:xfrm>
              <a:prstGeom prst="rect">
                <a:avLst/>
              </a:prstGeom>
              <a:blipFill>
                <a:blip r:embed="rId2"/>
                <a:stretch>
                  <a:fillRect l="-1960" t="-2676" r="-1896" b="-5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4735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2916</TotalTime>
  <Words>776</Words>
  <Application>Microsoft Office PowerPoint</Application>
  <PresentationFormat>Widescreen</PresentationFormat>
  <Paragraphs>58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Aspire Study</dc:creator>
  <cp:lastModifiedBy>Aspire Study</cp:lastModifiedBy>
  <cp:revision>27</cp:revision>
  <dcterms:created xsi:type="dcterms:W3CDTF">2023-05-04T11:59:42Z</dcterms:created>
  <dcterms:modified xsi:type="dcterms:W3CDTF">2023-05-24T18:01:09Z</dcterms:modified>
</cp:coreProperties>
</file>