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423" r:id="rId3"/>
    <p:sldId id="414" r:id="rId4"/>
    <p:sldId id="421" r:id="rId5"/>
    <p:sldId id="422" r:id="rId6"/>
    <p:sldId id="420" r:id="rId7"/>
    <p:sldId id="419" r:id="rId8"/>
    <p:sldId id="418" r:id="rId9"/>
    <p:sldId id="417" r:id="rId10"/>
    <p:sldId id="416" r:id="rId11"/>
    <p:sldId id="415" r:id="rId12"/>
    <p:sldId id="424" r:id="rId13"/>
    <p:sldId id="425" r:id="rId14"/>
    <p:sldId id="426" r:id="rId15"/>
    <p:sldId id="427" r:id="rId16"/>
    <p:sldId id="400" r:id="rId17"/>
    <p:sldId id="401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1A04-88A8-9E54-EFB5-4339B9A3A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FC225-1A7B-C245-6C76-11E79DA91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B02DE-8EE3-A74D-9007-44B37755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A9FA-5436-5B8F-BAFA-E588EB80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3238-9E9A-F72C-7145-7AE9D5F9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5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772B-6435-A7CD-8B51-80B95394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3799-F8B4-BE78-5C26-4656BDEB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3635-CE1C-36B9-1D07-4ECCD925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8391-1578-FFF3-4E06-23E9E49C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1E9CC-52B9-D6E8-0E08-EBA85875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5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22B6-570B-DB58-3F4F-A666A125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96F4-DAF5-7D90-023F-CF4A6F0C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E561-F1D7-ECF2-5F93-CE169416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9A9B-8A66-A0EA-0651-DA3B4D15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60E2C-871A-4737-4116-0C061ED4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B1CE-713C-E4F7-4A65-BC461E2E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3273-E263-891F-A663-A149CE09F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89C15-073F-AB5D-45D7-F8262A27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FC861-FF3C-2FCA-37DD-402E9A29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5997-E8E5-CF18-A8F2-AFBBEA5B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246A2-C840-F5C6-E928-2D47676B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3A13-2B9C-C99E-838C-05BE9377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5CEFA-2C37-55F0-A1F0-2E169E206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9EDE-655D-328C-2E60-5891B76B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AA980-BFB4-6A28-DFD7-A62CFE17C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75111-65C6-8108-488B-1EF457A11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D06FB-F34B-51CF-0FFF-66DC82FA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0F3D2-6BBD-8079-4A8D-EDFC3A45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DBDCD-4043-B8D2-5586-5A0EA87E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FC07-D03D-CEC7-B58F-9DD9D5F4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CF43F-6D23-E29C-EE44-6B8D01AA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B2571-0606-D658-E4B2-2E689887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51D47-C6CA-FE61-E63F-F5EE46DE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3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1506B-78ED-E0B6-DB09-9C7C99CC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B04AB-A652-8F3F-F544-22BE8299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138D-61E7-9991-32C7-F5B3261A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2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9281-BD67-7163-5727-486333AA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ACF7-1785-2B75-969C-1428C1EA8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2109-DE30-7B18-21F2-645F13B8A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A8039-ACC1-1A6D-120F-25EF9DF4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85344-550F-35EC-A414-1E9076B2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67C17-C3B0-3894-2045-641477EF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4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84BC-D52B-1579-5F9F-08B135AF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C3C71-24B4-F4ED-49ED-8D347E7B6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8E756-DD77-B4F1-2D30-0A68FBBAD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E4AD9-FCDE-8C8E-A5C9-C476D52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36380-9C37-52F9-2E31-2614C7A2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DA46A-65C6-9682-BBD9-B6CF5CD4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710C-A191-52ED-4C2F-424466B3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2904-BE20-0545-6358-2F8AAF8D7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E0C85-EF4C-2704-7CC3-01FC9B2B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CB130-1DF2-2721-DCD2-9D3F9B4D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ECE1-62C8-5F91-81CD-7C56D1E7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8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980F2-0E17-F534-DE65-676D54723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64F64-977A-581F-42DE-A1CD95902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B96A3-AF09-49A3-6266-CF4FAF76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9F55-F42E-4EFF-CDD4-F6FE11ED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ACB8E-1AB6-76F0-5F7E-D35D36D6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4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85E29-8DB5-8ACA-E5C0-C3D7DAC6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CE0C6-C619-7CC3-C66A-F3A77BD0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8FFD4-F042-EAAF-20AB-CD78273DD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C2935-E803-48C3-A262-0A5393BEE9CE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CDBCA-A29A-5E69-822A-A47C1A69F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F54BA-8570-3B0E-C294-9B7FE0ED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9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3892A4-BEE1-7F35-FE7A-A5F127F2A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7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C66E6-F99C-0651-35E1-8B6367418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565" y="845108"/>
            <a:ext cx="9336027" cy="220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1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9CA934-1749-8BB5-1F51-77AD123AD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504" y="607699"/>
            <a:ext cx="9117930" cy="282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4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96723-FAB6-9B77-3653-A9D872CFC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79447"/>
            <a:ext cx="9849901" cy="299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95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7A15A-CAAA-1CE9-19E1-8A0E5206C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38" y="691646"/>
            <a:ext cx="11110923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2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58BF3-6D80-CB63-8457-20812FEE5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27" y="488384"/>
            <a:ext cx="9638193" cy="403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5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AFDEF-1754-7DD9-CE2B-F06357CB4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7" y="665552"/>
            <a:ext cx="10920406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49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1C5B5D-2227-CF82-9DEE-F7A626587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04" y="619827"/>
            <a:ext cx="10988992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9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C83E5-C64B-CD29-05A0-6CC68A869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01" y="653995"/>
            <a:ext cx="11011854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0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1D1262-5242-287C-5D48-2C4069B81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02" y="648076"/>
            <a:ext cx="10138596" cy="357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0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60E3E3-7AFB-E0A6-EB58-188BA56B9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623" y="625885"/>
            <a:ext cx="9726472" cy="28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1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612FCF-AC53-B87B-A974-50ED79A4E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323" y="710263"/>
            <a:ext cx="9191353" cy="387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00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C43FB6-C19B-895A-3196-E1691E6FC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97" y="723675"/>
            <a:ext cx="9600754" cy="341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18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D96A0-8D95-5F5F-402B-02B209449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63" y="726990"/>
            <a:ext cx="9998765" cy="316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69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0B05B3-71C7-7A3A-423D-56EE22D1F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525" y="582140"/>
            <a:ext cx="9050254" cy="326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43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321018" y="905442"/>
                <a:ext cx="954996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circle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contained in the circle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+25=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c = 2 		(b) c = 3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c = 5 		(d) c = 10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018" y="905442"/>
                <a:ext cx="9549964" cy="2308324"/>
              </a:xfrm>
              <a:prstGeom prst="rect">
                <a:avLst/>
              </a:prstGeom>
              <a:blipFill>
                <a:blip r:embed="rId2"/>
                <a:stretch>
                  <a:fillRect l="-1980" t="-4233" r="-1213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089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321018" y="511305"/>
                <a:ext cx="9549964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 the equation of the circle which passes through (–1, 1) and (2, 1), and having </a:t>
                </a:r>
                <a:r>
                  <a:rPr lang="en-US" sz="360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centre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on the line x+2y+3=0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2013]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018" y="511305"/>
                <a:ext cx="9549964" cy="4524315"/>
              </a:xfrm>
              <a:prstGeom prst="rect">
                <a:avLst/>
              </a:prstGeom>
              <a:blipFill>
                <a:blip r:embed="rId2"/>
                <a:stretch>
                  <a:fillRect l="-1980" t="-2156" r="-1916" b="-4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805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7C253B-A7F2-A49C-334A-860BE527D605}"/>
              </a:ext>
            </a:extLst>
          </p:cNvPr>
          <p:cNvSpPr txBox="1"/>
          <p:nvPr/>
        </p:nvSpPr>
        <p:spPr>
          <a:xfrm>
            <a:off x="1107526" y="905442"/>
            <a:ext cx="95499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lines 3x – 4y + 4 = 0 and 6x – 8y – 7 = 0 are tangent to the same circle. The radius of the this circle is</a:t>
            </a:r>
          </a:p>
          <a:p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(a) 3/2			(b) 3/4</a:t>
            </a:r>
          </a:p>
          <a:p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(c) 4/5			(d) 7/10</a:t>
            </a:r>
          </a:p>
          <a:p>
            <a:pPr algn="r"/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[NIMCET 2013]</a:t>
            </a:r>
          </a:p>
        </p:txBody>
      </p:sp>
    </p:spTree>
    <p:extLst>
      <p:ext uri="{BB962C8B-B14F-4D97-AF65-F5344CB8AC3E}">
        <p14:creationId xmlns:p14="http://schemas.microsoft.com/office/powerpoint/2010/main" val="242997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7C253B-A7F2-A49C-334A-860BE527D605}"/>
              </a:ext>
            </a:extLst>
          </p:cNvPr>
          <p:cNvSpPr txBox="1"/>
          <p:nvPr/>
        </p:nvSpPr>
        <p:spPr>
          <a:xfrm>
            <a:off x="1107526" y="905442"/>
            <a:ext cx="95499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circle touches the X-axis and also touches another circle with center at (0, 3) and radius 2. Then, the locus of the center of the first circle is </a:t>
            </a:r>
          </a:p>
          <a:p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(a) A parabola 	(b) a hyperbola </a:t>
            </a:r>
          </a:p>
          <a:p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(c) A circle 	 	(d) an ellipse </a:t>
            </a:r>
          </a:p>
          <a:p>
            <a:pPr algn="r"/>
            <a:r>
              <a:rPr lang="en-US" sz="36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[NIMCET 2015]</a:t>
            </a:r>
          </a:p>
        </p:txBody>
      </p:sp>
    </p:spTree>
    <p:extLst>
      <p:ext uri="{BB962C8B-B14F-4D97-AF65-F5344CB8AC3E}">
        <p14:creationId xmlns:p14="http://schemas.microsoft.com/office/powerpoint/2010/main" val="4207626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107526" y="905442"/>
                <a:ext cx="9549964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two circle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touch each other, then which of the following is true?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𝑔𝑓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𝑔𝑓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(d) None of these 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2015]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26" y="905442"/>
                <a:ext cx="9549964" cy="3416320"/>
              </a:xfrm>
              <a:prstGeom prst="rect">
                <a:avLst/>
              </a:prstGeom>
              <a:blipFill>
                <a:blip r:embed="rId2"/>
                <a:stretch>
                  <a:fillRect l="-1980" t="-2857" r="-1916" b="-5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68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107526" y="905442"/>
                <a:ext cx="9549964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a circle with diameters are 2x-3y+12=0 and x+4y-5=0 and area of 154 sq. units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−36=0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−36=0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None of these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2016]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26" y="905442"/>
                <a:ext cx="9549964" cy="4524315"/>
              </a:xfrm>
              <a:prstGeom prst="rect">
                <a:avLst/>
              </a:prstGeom>
              <a:blipFill>
                <a:blip r:embed="rId2"/>
                <a:stretch>
                  <a:fillRect l="-1980" t="-2156" r="-1916" b="-4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294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107526" y="905442"/>
                <a:ext cx="9549964" cy="5218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circles whose equations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will touch one another externally if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None of these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[NIMCET 2018]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26" y="905442"/>
                <a:ext cx="9549964" cy="5218160"/>
              </a:xfrm>
              <a:prstGeom prst="rect">
                <a:avLst/>
              </a:prstGeom>
              <a:blipFill>
                <a:blip r:embed="rId2"/>
                <a:stretch>
                  <a:fillRect l="-1980" t="-1869" r="-1916" b="-3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0253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107526" y="905442"/>
                <a:ext cx="9549964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point of intersection of the circle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+51=0 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the line 3y+x=3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(-6,3)		(b) (3,-6)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(6,-3)			(d) (-3,6)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[NIMCET 2018]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26" y="905442"/>
                <a:ext cx="9549964" cy="3416320"/>
              </a:xfrm>
              <a:prstGeom prst="rect">
                <a:avLst/>
              </a:prstGeom>
              <a:blipFill>
                <a:blip r:embed="rId2"/>
                <a:stretch>
                  <a:fillRect l="-1980" t="-2857" r="-7280" b="-5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3387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321018" y="747787"/>
                <a:ext cx="9549964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the circle passing through the point (4,6) and whose diameters are along x+2y-5=0 and 3x-y-1=0 is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−20=0   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              [NIMCET 2019]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018" y="747787"/>
                <a:ext cx="9549964" cy="4524315"/>
              </a:xfrm>
              <a:prstGeom prst="rect">
                <a:avLst/>
              </a:prstGeom>
              <a:blipFill>
                <a:blip r:embed="rId2"/>
                <a:stretch>
                  <a:fillRect l="-1980" t="-2156" r="-1916" b="-4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718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107526" y="716256"/>
                <a:ext cx="9549964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two circles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                                     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there is/are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One pair of common tangent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Two pair of common tangents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Three pair of common tangents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No common tangents 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           [NIMCET 2019]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26" y="716256"/>
                <a:ext cx="9549964" cy="3970318"/>
              </a:xfrm>
              <a:prstGeom prst="rect">
                <a:avLst/>
              </a:prstGeom>
              <a:blipFill>
                <a:blip r:embed="rId2"/>
                <a:stretch>
                  <a:fillRect l="-1980" t="-2301" r="-11814" b="-4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44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123292" y="566678"/>
                <a:ext cx="9549964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number of common tangents to the circle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=24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0			(b) 1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3			(d) 4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[NIMCET 2021]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292" y="566678"/>
                <a:ext cx="9549964" cy="2862322"/>
              </a:xfrm>
              <a:prstGeom prst="rect">
                <a:avLst/>
              </a:prstGeom>
              <a:blipFill>
                <a:blip r:embed="rId2"/>
                <a:stretch>
                  <a:fillRect l="-1914" t="-3404" r="-1914" b="-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501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/>
              <p:nvPr/>
            </p:nvSpPr>
            <p:spPr>
              <a:xfrm>
                <a:off x="1139056" y="511304"/>
                <a:ext cx="10432833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are two circles in </a:t>
                </a:r>
                <a:r>
                  <a:rPr lang="en-US" sz="360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xy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-plane whose equations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36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 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36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 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– 3 = 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A point (x, y) is chosen at random inside the larger circle. Then the probability that the point has been taken from smaller circle is</a:t>
                </a:r>
              </a:p>
              <a:p>
                <a:pPr marL="742950" indent="-742950">
                  <a:buAutoNum type="alphaLcParenBoth"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1/3		(b) 2/3		(c)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(d)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1/4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2022]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7C253B-A7F2-A49C-334A-860BE527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056" y="511304"/>
                <a:ext cx="10432833" cy="3970318"/>
              </a:xfrm>
              <a:prstGeom prst="rect">
                <a:avLst/>
              </a:prstGeom>
              <a:blipFill>
                <a:blip r:embed="rId2"/>
                <a:stretch>
                  <a:fillRect l="-1812" t="-2458" r="-1753" b="-4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559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868</Words>
  <Application>Microsoft Office PowerPoint</Application>
  <PresentationFormat>Widescreen</PresentationFormat>
  <Paragraphs>57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Aspire Study</dc:creator>
  <cp:lastModifiedBy>Aspire Study</cp:lastModifiedBy>
  <cp:revision>21</cp:revision>
  <dcterms:created xsi:type="dcterms:W3CDTF">2023-05-04T11:59:42Z</dcterms:created>
  <dcterms:modified xsi:type="dcterms:W3CDTF">2023-05-22T17:20:44Z</dcterms:modified>
</cp:coreProperties>
</file>