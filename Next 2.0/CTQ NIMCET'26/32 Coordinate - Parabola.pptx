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433" r:id="rId3"/>
    <p:sldId id="434" r:id="rId4"/>
    <p:sldId id="435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0" r:id="rId20"/>
    <p:sldId id="451" r:id="rId21"/>
    <p:sldId id="452" r:id="rId22"/>
    <p:sldId id="453" r:id="rId23"/>
    <p:sldId id="454" r:id="rId24"/>
    <p:sldId id="455" r:id="rId25"/>
    <p:sldId id="431" r:id="rId26"/>
    <p:sldId id="424" r:id="rId27"/>
    <p:sldId id="425" r:id="rId28"/>
    <p:sldId id="426" r:id="rId29"/>
    <p:sldId id="427" r:id="rId30"/>
    <p:sldId id="428" r:id="rId31"/>
    <p:sldId id="429" r:id="rId32"/>
    <p:sldId id="43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1A04-88A8-9E54-EFB5-4339B9A3A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FC225-1A7B-C245-6C76-11E79DA91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B02DE-8EE3-A74D-9007-44B37755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A9FA-5436-5B8F-BAFA-E588EB80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03238-9E9A-F72C-7145-7AE9D5F9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5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772B-6435-A7CD-8B51-80B95394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3799-F8B4-BE78-5C26-4656BDEB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3635-CE1C-36B9-1D07-4ECCD925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8391-1578-FFF3-4E06-23E9E49C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1E9CC-52B9-D6E8-0E08-EBA85875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5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22B6-570B-DB58-3F4F-A666A125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96F4-DAF5-7D90-023F-CF4A6F0C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E561-F1D7-ECF2-5F93-CE169416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9A9B-8A66-A0EA-0651-DA3B4D15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60E2C-871A-4737-4116-0C061ED4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B1CE-713C-E4F7-4A65-BC461E2E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3273-E263-891F-A663-A149CE09F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89C15-073F-AB5D-45D7-F8262A270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FC861-FF3C-2FCA-37DD-402E9A29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5997-E8E5-CF18-A8F2-AFBBEA5B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246A2-C840-F5C6-E928-2D47676BF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3A13-2B9C-C99E-838C-05BE9377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5CEFA-2C37-55F0-A1F0-2E169E206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E9EDE-655D-328C-2E60-5891B76BC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AA980-BFB4-6A28-DFD7-A62CFE17C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75111-65C6-8108-488B-1EF457A11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DD06FB-F34B-51CF-0FFF-66DC82FA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0F3D2-6BBD-8079-4A8D-EDFC3A45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DBDCD-4043-B8D2-5586-5A0EA87E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5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FC07-D03D-CEC7-B58F-9DD9D5F4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CF43F-6D23-E29C-EE44-6B8D01AA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B2571-0606-D658-E4B2-2E689887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51D47-C6CA-FE61-E63F-F5EE46DE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3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1506B-78ED-E0B6-DB09-9C7C99CC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B04AB-A652-8F3F-F544-22BE8299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138D-61E7-9991-32C7-F5B3261A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2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9281-BD67-7163-5727-486333AA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ACF7-1785-2B75-969C-1428C1EA8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82109-DE30-7B18-21F2-645F13B8A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A8039-ACC1-1A6D-120F-25EF9DF4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85344-550F-35EC-A414-1E9076B2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67C17-C3B0-3894-2045-641477EF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4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84BC-D52B-1579-5F9F-08B135AF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C3C71-24B4-F4ED-49ED-8D347E7B6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8E756-DD77-B4F1-2D30-0A68FBBAD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E4AD9-FCDE-8C8E-A5C9-C476D521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36380-9C37-52F9-2E31-2614C7A2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DA46A-65C6-9682-BBD9-B6CF5CD4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710C-A191-52ED-4C2F-424466B3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2904-BE20-0545-6358-2F8AAF8D7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E0C85-EF4C-2704-7CC3-01FC9B2B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CB130-1DF2-2721-DCD2-9D3F9B4D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ECE1-62C8-5F91-81CD-7C56D1E7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8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980F2-0E17-F534-DE65-676D54723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64F64-977A-581F-42DE-A1CD95902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B96A3-AF09-49A3-6266-CF4FAF76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9F55-F42E-4EFF-CDD4-F6FE11ED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ACB8E-1AB6-76F0-5F7E-D35D36D6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4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85E29-8DB5-8ACA-E5C0-C3D7DAC6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CE0C6-C619-7CC3-C66A-F3A77BD0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8FFD4-F042-EAAF-20AB-CD78273DD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C2935-E803-48C3-A262-0A5393BEE9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CDBCA-A29A-5E69-822A-A47C1A69F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F54BA-8570-3B0E-C294-9B7FE0ED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9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5B3551-DF7F-E59A-48AF-6365FA55A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7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2F8847-B872-DECA-4238-6666B82AD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99" y="669848"/>
            <a:ext cx="10455546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7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13CAE-E409-FCFA-BAF1-B538463AB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96" y="799413"/>
            <a:ext cx="10478408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60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E09BEF-9D7B-988E-4840-62208A546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4" y="815113"/>
            <a:ext cx="10524132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9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96D2E-21B4-CD66-9BD6-9AC6BB893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75" y="716045"/>
            <a:ext cx="10493649" cy="27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14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5290AA-13D2-E464-CBEC-00BCAF574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33" y="853217"/>
            <a:ext cx="10303133" cy="25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9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7EEB6C-8737-B263-4A95-5E8B4999C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09" y="647459"/>
            <a:ext cx="10173582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30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38740-639E-3E9D-9B28-ABC9974D3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54" y="677942"/>
            <a:ext cx="10287892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1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055A4-C72D-000B-62EB-5FE480BA8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086" y="837975"/>
            <a:ext cx="9083827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5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3A518E-9827-7EEB-7DAC-E16A71634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30" y="338822"/>
            <a:ext cx="10158340" cy="61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3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C6AA43-1DA1-95CE-FF4B-072FAF56E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33" y="607226"/>
            <a:ext cx="10303133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4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1F28E-65AF-3290-DFD5-9B7FB2E29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44" y="746528"/>
            <a:ext cx="10295512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0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88A4B0-3895-87A5-0F74-D43A908F8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13" y="653490"/>
            <a:ext cx="10402201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40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1B5843-C057-E1CC-EC9C-F825EBE5C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03" y="326945"/>
            <a:ext cx="10493649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60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FED5C-292C-34ED-FEB1-7D09FC516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828" y="767852"/>
            <a:ext cx="10348857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9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C79136-4652-0163-8C54-8F553E604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99" y="815113"/>
            <a:ext cx="10486029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1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B1EF7-D37A-4E68-8FC8-BA351CD80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04" y="539246"/>
            <a:ext cx="10303133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95D926-0634-8BDA-80DA-FB412772B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82" y="631232"/>
            <a:ext cx="10341236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52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4A53FC-BC57-7405-66ED-B19972C20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78" y="704706"/>
            <a:ext cx="10196444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32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FF2DDF-EC40-FA1E-1838-443FD2BFB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78" y="527236"/>
            <a:ext cx="10417443" cy="40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71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42B12-5CE4-E918-1AFB-C3E070510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33" y="674722"/>
            <a:ext cx="10303133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41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ABF609-FA20-0A65-E466-F1E54B496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51" y="731378"/>
            <a:ext cx="10364098" cy="32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54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ABF609-FA20-0A65-E466-F1E54B496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51" y="731378"/>
            <a:ext cx="10364098" cy="32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08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D67F59-CB2F-B1A0-7DCB-5403700AF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247" y="334552"/>
            <a:ext cx="10272650" cy="42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24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/>
              <p:nvPr/>
            </p:nvSpPr>
            <p:spPr>
              <a:xfrm>
                <a:off x="1110343" y="360793"/>
                <a:ext cx="9144000" cy="3520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Equation of the common tangent touching the circle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the parabola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above the x-axis is: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=3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=−(3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[NIMCET 2008]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360793"/>
                <a:ext cx="9144000" cy="3520836"/>
              </a:xfrm>
              <a:prstGeom prst="rect">
                <a:avLst/>
              </a:prstGeom>
              <a:blipFill>
                <a:blip r:embed="rId2"/>
                <a:stretch>
                  <a:fillRect l="-2000" t="-2595" r="-2600" b="-5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564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/>
              <p:nvPr/>
            </p:nvSpPr>
            <p:spPr>
              <a:xfrm>
                <a:off x="1110342" y="360793"/>
                <a:ext cx="10232571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the tangents at the extremities of a focal chord of the parabola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𝑎𝑦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meet the tangent at the vertex at points whose abscissa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	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(b)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 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+ 1 	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(d)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[NIMCET 2010]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2" y="360793"/>
                <a:ext cx="10232571" cy="3970318"/>
              </a:xfrm>
              <a:prstGeom prst="rect">
                <a:avLst/>
              </a:prstGeom>
              <a:blipFill>
                <a:blip r:embed="rId2"/>
                <a:stretch>
                  <a:fillRect l="-1787" t="-2304" r="-1787" b="-4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723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/>
              <p:nvPr/>
            </p:nvSpPr>
            <p:spPr>
              <a:xfrm>
                <a:off x="1110343" y="360793"/>
                <a:ext cx="9144000" cy="3524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normal to the curve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passes through the point (1, 2). The distance of the origin from the normal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(b)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(d)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3/</m:t>
                    </m:r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[NIMCET, 2020 2013]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360793"/>
                <a:ext cx="9144000" cy="3524426"/>
              </a:xfrm>
              <a:prstGeom prst="rect">
                <a:avLst/>
              </a:prstGeom>
              <a:blipFill>
                <a:blip r:embed="rId2"/>
                <a:stretch>
                  <a:fillRect l="-2000" t="-2595" r="-3000" b="-5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821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/>
              <p:nvPr/>
            </p:nvSpPr>
            <p:spPr>
              <a:xfrm>
                <a:off x="1110343" y="360793"/>
                <a:ext cx="9144000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x = 1 is the directrix of the parabola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𝑘𝑥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then k is </a:t>
                </a: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1/8 			(b) 8</a:t>
                </a: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4 			(d) 1/4</a:t>
                </a: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2014]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360793"/>
                <a:ext cx="9144000" cy="3170099"/>
              </a:xfrm>
              <a:prstGeom prst="rect">
                <a:avLst/>
              </a:prstGeom>
              <a:blipFill>
                <a:blip r:embed="rId2"/>
                <a:stretch>
                  <a:fillRect l="-2333" t="-3462" b="-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353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/>
              <p:nvPr/>
            </p:nvSpPr>
            <p:spPr>
              <a:xfrm>
                <a:off x="1110343" y="360793"/>
                <a:ext cx="10210800" cy="5132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equilateral triangle is inscribed in the parabola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one of the vertices of triangle coincides with the vertex of the parabola. The length of the side of the triangle is </a:t>
                </a: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	(b)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sz="40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(d)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sz="40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2014]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360793"/>
                <a:ext cx="10210800" cy="5132815"/>
              </a:xfrm>
              <a:prstGeom prst="rect">
                <a:avLst/>
              </a:prstGeom>
              <a:blipFill>
                <a:blip r:embed="rId2"/>
                <a:stretch>
                  <a:fillRect l="-2090" t="-2138" b="-4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966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/>
              <p:nvPr/>
            </p:nvSpPr>
            <p:spPr>
              <a:xfrm>
                <a:off x="1110343" y="360793"/>
                <a:ext cx="9144000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locus of the midpoint of all chords of the parabola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which are drawn through its vertex is </a:t>
                </a: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	(b)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40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40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40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360793"/>
                <a:ext cx="9144000" cy="3785652"/>
              </a:xfrm>
              <a:prstGeom prst="rect">
                <a:avLst/>
              </a:prstGeom>
              <a:blipFill>
                <a:blip r:embed="rId2"/>
                <a:stretch>
                  <a:fillRect l="-2333" t="-2899" r="-2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4969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/>
              <p:nvPr/>
            </p:nvSpPr>
            <p:spPr>
              <a:xfrm>
                <a:off x="1110343" y="360793"/>
                <a:ext cx="9144000" cy="501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Two common tangents to the circle </a:t>
                </a:r>
                <a:b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parabola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</a:t>
                </a: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</m:t>
                    </m:r>
                    <m:d>
                      <m:d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</m:t>
                    </m:r>
                    <m:d>
                      <m:dPr>
                        <m:ctrlP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US" sz="4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40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=±(</m:t>
                    </m:r>
                    <m:r>
                      <a:rPr lang="en-US" sz="40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40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0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40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	</m:t>
                    </m:r>
                  </m:oMath>
                </a14:m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4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=±(</m:t>
                    </m:r>
                    <m:r>
                      <a:rPr lang="en-US" sz="40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40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0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40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0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4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             [NIMCET 2016]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3D070-3F59-30D8-2CED-82D09ACB7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360793"/>
                <a:ext cx="9144000" cy="5016758"/>
              </a:xfrm>
              <a:prstGeom prst="rect">
                <a:avLst/>
              </a:prstGeom>
              <a:blipFill>
                <a:blip r:embed="rId2"/>
                <a:stretch>
                  <a:fillRect l="-2333" t="-2187" b="-4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434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03D070-3F59-30D8-2CED-82D09ACB7A23}"/>
              </a:ext>
            </a:extLst>
          </p:cNvPr>
          <p:cNvSpPr txBox="1"/>
          <p:nvPr/>
        </p:nvSpPr>
        <p:spPr>
          <a:xfrm>
            <a:off x="1110343" y="360793"/>
            <a:ext cx="9144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vertex of the parabola whose focus is (-1,1) and directrix is 4x+3y-24=0 is </a:t>
            </a:r>
          </a:p>
          <a:p>
            <a:r>
              <a:rPr lang="en-US" sz="40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(a) (0, 3/2)   		(b) (0, 5/2)	</a:t>
            </a:r>
          </a:p>
          <a:p>
            <a:r>
              <a:rPr lang="en-US" sz="40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(c) (1, 3/2)     		(d) (1, 5/2)</a:t>
            </a:r>
          </a:p>
          <a:p>
            <a:r>
              <a:rPr lang="en-US" sz="40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               [NIMCET 2016]</a:t>
            </a:r>
          </a:p>
        </p:txBody>
      </p:sp>
    </p:spTree>
    <p:extLst>
      <p:ext uri="{BB962C8B-B14F-4D97-AF65-F5344CB8AC3E}">
        <p14:creationId xmlns:p14="http://schemas.microsoft.com/office/powerpoint/2010/main" val="680111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522</Words>
  <Application>Microsoft Office PowerPoint</Application>
  <PresentationFormat>Widescreen</PresentationFormat>
  <Paragraphs>33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Aspire Study</dc:creator>
  <cp:lastModifiedBy>Aspire Study</cp:lastModifiedBy>
  <cp:revision>24</cp:revision>
  <dcterms:created xsi:type="dcterms:W3CDTF">2023-05-04T11:59:42Z</dcterms:created>
  <dcterms:modified xsi:type="dcterms:W3CDTF">2023-05-23T18:03:20Z</dcterms:modified>
</cp:coreProperties>
</file>